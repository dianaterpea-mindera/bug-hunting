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Avenir Next"/>
              </a:rPr>
              <a:t>🗂️  DOSARE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B3D4A"/>
                </a:solidFill>
                <a:latin typeface="Georgia"/>
              </a:rPr>
              <a:t>Cazul #1: imaginea minte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A6E72"/>
                </a:solidFill>
                <a:latin typeface="Avenir Next"/>
              </a:rPr>
              <a:t>Când ce scrie ≠ ce vezi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370332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E07A5F"/>
                </a:solidFill>
                <a:latin typeface="Avenir Next"/>
              </a:rPr>
              <a:t>SCENA 1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0B3D4A"/>
                </a:solidFill>
                <a:latin typeface="Avenir Next"/>
              </a:rPr>
              <a:t>🚤 „Ai ajuns cu barca”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E07A5F"/>
                </a:solidFill>
                <a:latin typeface="Avenir Next"/>
              </a:rPr>
              <a:t>≠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E07A5F"/>
                </a:solidFill>
                <a:latin typeface="Avenir Next"/>
              </a:rPr>
              <a:t>🚗 Pe ecran: mașină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5A6E72"/>
                </a:solidFill>
                <a:latin typeface="Avenir Next"/>
              </a:rPr>
              <a:t>🔍 Text vs iconiță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70332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E07A5F"/>
                </a:solidFill>
                <a:latin typeface="Avenir Next"/>
              </a:rPr>
              <a:t>SCENA 3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0B3D4A"/>
                </a:solidFill>
                <a:latin typeface="Avenir Next"/>
              </a:rPr>
              <a:t>🐢 Tessa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E07A5F"/>
                </a:solidFill>
                <a:latin typeface="Avenir Next"/>
              </a:rPr>
              <a:t>≠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E07A5F"/>
                </a:solidFill>
                <a:latin typeface="Avenir Next"/>
              </a:rPr>
              <a:t>📋 Fișa zice Tina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5A6E72"/>
                </a:solidFill>
                <a:latin typeface="Avenir Next"/>
              </a:rPr>
              <a:t>🔍 Nume greșit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286000"/>
            <a:ext cx="370332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E07A5F"/>
                </a:solidFill>
                <a:latin typeface="Avenir Next"/>
              </a:rPr>
              <a:t>SCENA 10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0B3D4A"/>
                </a:solidFill>
                <a:latin typeface="Avenir Next"/>
              </a:rPr>
              <a:t>🦜 Kiko = papagal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E07A5F"/>
                </a:solidFill>
                <a:latin typeface="Avenir Next"/>
              </a:rPr>
              <a:t>≠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E07A5F"/>
                </a:solidFill>
                <a:latin typeface="Avenir Next"/>
              </a:rPr>
              <a:t>🙈 Etichetă: Maimuță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5A6E72"/>
                </a:solidFill>
                <a:latin typeface="Avenir Next"/>
              </a:rPr>
              <a:t>🔍 Specie greșită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