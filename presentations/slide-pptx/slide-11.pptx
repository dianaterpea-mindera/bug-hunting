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Avenir Next"/>
              </a:rPr>
              <a:t>🗺️  NEXT LEVEL?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B3D4A"/>
                </a:solidFill>
                <a:latin typeface="Georgia"/>
              </a:rPr>
              <a:t>Ți-a plăcut să cauți greșeli?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A6E72"/>
                </a:solidFill>
                <a:latin typeface="Avenir Next"/>
              </a:rPr>
              <a:t>Fără presiune. Doar curiozitate.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2120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200" b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3A9AAD"/>
                </a:solidFill>
                <a:latin typeface="Avenir Next"/>
              </a:rPr>
              <a:t>QA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5A6E72"/>
                </a:solidFill>
                <a:latin typeface="Avenir Next"/>
              </a:rPr>
              <a:t>Pui aplicația la încercare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60320"/>
            <a:ext cx="5212080" cy="35661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200" b="0">
                <a:solidFill>
                  <a:srgbClr val="FFFFFF"/>
                </a:solidFill>
                <a:latin typeface="Avenir Next"/>
              </a:rPr>
              <a:t>👩‍💻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F0C75E"/>
                </a:solidFill>
                <a:latin typeface="Avenir Next"/>
              </a:rPr>
              <a:t>sau altceva în IT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E8F6F4"/>
                </a:solidFill>
                <a:latin typeface="Avenir Next"/>
              </a:rPr>
              <a:t>Curiozitatea = arma 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