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Avenir Next"/>
              </a:rPr>
              <a:t>⚠️  TRAP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0B3D4A"/>
                </a:solidFill>
                <a:latin typeface="Georgia"/>
              </a:rPr>
              <a:t>Nu crede bifa verde!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A6E72"/>
                </a:solidFill>
                <a:latin typeface="Avenir Next"/>
              </a:rPr>
              <a:t>App-ul zice OK. Realitatea zice „hmm…”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6000"/>
            <a:ext cx="3703320" cy="1828800"/>
          </a:xfrm>
          <a:prstGeom prst="roundRect">
            <a:avLst>
              <a:gd name="adj" fmla="val 14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600" b="1">
                <a:solidFill>
                  <a:srgbClr val="2D6A4F"/>
                </a:solidFill>
                <a:latin typeface="Avenir Next"/>
              </a:rPr>
              <a:t>✓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0B3D4A"/>
                </a:solidFill>
                <a:latin typeface="Avenir Next"/>
              </a:rPr>
              <a:t>„Gata, a băut apă”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297680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0C75E"/>
                </a:solidFill>
                <a:latin typeface="Avenir Next"/>
              </a:rPr>
              <a:t>REALITATEA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venir Next"/>
              </a:rPr>
              <a:t>🦊 Ruxi e tot însetată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703320" cy="1828800"/>
          </a:xfrm>
          <a:prstGeom prst="roundRect">
            <a:avLst>
              <a:gd name="adj" fmla="val 14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600" b="1">
                <a:solidFill>
                  <a:srgbClr val="2D6A4F"/>
                </a:solidFill>
                <a:latin typeface="Avenir Next"/>
              </a:rPr>
              <a:t>✓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0B3D4A"/>
                </a:solidFill>
                <a:latin typeface="Avenir Next"/>
              </a:rPr>
              <a:t>Bot: Habitat apt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297680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0C75E"/>
                </a:solidFill>
                <a:latin typeface="Avenir Next"/>
              </a:rPr>
              <a:t>REALITATEA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venir Next"/>
              </a:rPr>
              <a:t>🤖 Dosarul are avertismente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286000"/>
            <a:ext cx="3703320" cy="1828800"/>
          </a:xfrm>
          <a:prstGeom prst="roundRect">
            <a:avLst>
              <a:gd name="adj" fmla="val 14000"/>
            </a:avLst>
          </a:prstGeom>
          <a:solidFill>
            <a:srgbClr val="E3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600" b="1">
                <a:solidFill>
                  <a:srgbClr val="2D6A4F"/>
                </a:solidFill>
                <a:latin typeface="Avenir Next"/>
              </a:rPr>
              <a:t>✓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0B3D4A"/>
                </a:solidFill>
                <a:latin typeface="Avenir Next"/>
              </a:rPr>
              <a:t>„Eliberare 17:20”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4297680"/>
            <a:ext cx="3703320" cy="201168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0C75E"/>
                </a:solidFill>
                <a:latin typeface="Avenir Next"/>
              </a:rPr>
              <a:t>REALITATEA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Avenir Next"/>
              </a:rPr>
              <a:t>📸 E poza de la prânz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