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🧠  GLITCH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Cazul #2: creierul app-ului o ia razna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03120"/>
            <a:ext cx="3703320" cy="420624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venir Next"/>
              </a:rPr>
              <a:t>➡️ Pădurea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0C75E"/>
                </a:solidFill>
                <a:latin typeface="Avenir Next"/>
              </a:rPr>
              <a:t>AR TREBUI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E8F6F4"/>
                </a:solidFill>
                <a:latin typeface="Avenir Next"/>
              </a:rPr>
              <a:t>Dreapta → Centru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E07A5F"/>
                </a:solidFill>
                <a:latin typeface="Avenir Next"/>
              </a:rPr>
              <a:t>ÎN JOC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Avenir Next"/>
              </a:rPr>
              <a:t>Dreapta → Poiană 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703320" cy="420624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venir Next"/>
              </a:rPr>
              <a:t>💧 Rucsacul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0C75E"/>
                </a:solidFill>
                <a:latin typeface="Avenir Next"/>
              </a:rPr>
              <a:t>AR TREBUI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E8F6F4"/>
                </a:solidFill>
                <a:latin typeface="Avenir Next"/>
              </a:rPr>
              <a:t>3 sticle = ×3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E07A5F"/>
                </a:solidFill>
                <a:latin typeface="Avenir Next"/>
              </a:rPr>
              <a:t>ÎN JOC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Avenir Next"/>
              </a:rPr>
              <a:t>Contorul rămâne 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2103120"/>
            <a:ext cx="3703320" cy="420624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venir Next"/>
              </a:rPr>
              <a:t>🏥 Filtrul „Toate”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F0C75E"/>
                </a:solidFill>
                <a:latin typeface="Avenir Next"/>
              </a:rPr>
              <a:t>AR TREBUI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E8F6F4"/>
                </a:solidFill>
                <a:latin typeface="Avenir Next"/>
              </a:rPr>
              <a:t>5 animale</a:t>
            </a:r>
          </a:p>
          <a:p>
            <a:pPr algn="ctr">
              <a:spcBef>
                <a:spcPts val="800"/>
              </a:spcBef>
            </a:pPr>
            <a:r>
              <a:rPr sz="1100" b="1">
                <a:solidFill>
                  <a:srgbClr val="E07A5F"/>
                </a:solidFill>
                <a:latin typeface="Avenir Next"/>
              </a:rPr>
              <a:t>ÎN JOC</a:t>
            </a:r>
          </a:p>
          <a:p>
            <a:pPr algn="ctr"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Avenir Next"/>
              </a:rPr>
              <a:t>4 — Pico 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