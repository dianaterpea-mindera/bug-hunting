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🏁  FINAL BOSS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eorgia"/>
              </a:rPr>
              <a:t>Misiune îndeplinită!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F0C75E"/>
                </a:solidFill>
              </a:rPr>
              <a:t>⭐     🐞     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931920"/>
            <a:ext cx="6126480" cy="960120"/>
          </a:xfrm>
          <a:prstGeom prst="roundRect">
            <a:avLst>
              <a:gd name="adj" fmla="val 14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0B3D4A"/>
                </a:solidFill>
                <a:latin typeface="Avenir Next"/>
              </a:rPr>
              <a:t>Junior QA — Insula după furtună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212080"/>
            <a:ext cx="3017520" cy="86868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Avenir Next"/>
              </a:rPr>
              <a:t>Întrebări?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