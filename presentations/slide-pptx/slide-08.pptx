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Avenir Next"/>
              </a:rPr>
              <a:t>🗓️  O ZI DE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B3D4A"/>
                </a:solidFill>
                <a:latin typeface="Georgia"/>
              </a:rPr>
              <a:t>Nu e „apasă random”. E misiune.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2194560" cy="3931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3A9AAD"/>
                </a:solidFill>
                <a:latin typeface="Avenir Next"/>
              </a:rPr>
              <a:t>09:00</a:t>
            </a:r>
          </a:p>
          <a:p>
            <a:pPr algn="ctr">
              <a:spcBef>
                <a:spcPts val="800"/>
              </a:spcBef>
            </a:pPr>
            <a:r>
              <a:rPr sz="3600" b="0">
                <a:solidFill>
                  <a:srgbClr val="1A2B2E"/>
                </a:solidFill>
                <a:latin typeface="Avenir Next"/>
              </a:rPr>
              <a:t>🧪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0B3D4A"/>
                </a:solidFill>
                <a:latin typeface="Avenir Next"/>
              </a:rPr>
              <a:t>Încerci app-ul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79" y="2286000"/>
            <a:ext cx="2194560" cy="3931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3A9AAD"/>
                </a:solidFill>
                <a:latin typeface="Avenir Next"/>
              </a:rPr>
              <a:t>11:00</a:t>
            </a:r>
          </a:p>
          <a:p>
            <a:pPr algn="ctr">
              <a:spcBef>
                <a:spcPts val="800"/>
              </a:spcBef>
            </a:pPr>
            <a:r>
              <a:rPr sz="3600" b="0">
                <a:solidFill>
                  <a:srgbClr val="1A2B2E"/>
                </a:solidFill>
                <a:latin typeface="Avenir Next"/>
              </a:rPr>
              <a:t>🐞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0B3D4A"/>
                </a:solidFill>
                <a:latin typeface="Avenir Next"/>
              </a:rPr>
              <a:t>Găsești bug-uri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286000"/>
            <a:ext cx="2194560" cy="3931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3A9AAD"/>
                </a:solidFill>
                <a:latin typeface="Avenir Next"/>
              </a:rPr>
              <a:t>13:00</a:t>
            </a:r>
          </a:p>
          <a:p>
            <a:pPr algn="ctr">
              <a:spcBef>
                <a:spcPts val="800"/>
              </a:spcBef>
            </a:pPr>
            <a:r>
              <a:rPr sz="3600" b="0">
                <a:solidFill>
                  <a:srgbClr val="1A2B2E"/>
                </a:solidFill>
                <a:latin typeface="Avenir Next"/>
              </a:rPr>
              <a:t>📝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0B3D4A"/>
                </a:solidFill>
                <a:latin typeface="Avenir Next"/>
              </a:rPr>
              <a:t>Scrii rapoarte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19" y="2286000"/>
            <a:ext cx="2194560" cy="3931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3A9AAD"/>
                </a:solidFill>
                <a:latin typeface="Avenir Next"/>
              </a:rPr>
              <a:t>15:00</a:t>
            </a:r>
          </a:p>
          <a:p>
            <a:pPr algn="ctr">
              <a:spcBef>
                <a:spcPts val="800"/>
              </a:spcBef>
            </a:pPr>
            <a:r>
              <a:rPr sz="3600" b="0">
                <a:solidFill>
                  <a:srgbClr val="1A2B2E"/>
                </a:solidFill>
                <a:latin typeface="Avenir Next"/>
              </a:rPr>
              <a:t>🤝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0B3D4A"/>
                </a:solidFill>
                <a:latin typeface="Avenir Next"/>
              </a:rPr>
              <a:t>Cu programatorii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2286000"/>
            <a:ext cx="2194560" cy="3931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3A9AAD"/>
                </a:solidFill>
                <a:latin typeface="Avenir Next"/>
              </a:rPr>
              <a:t>17:00</a:t>
            </a:r>
          </a:p>
          <a:p>
            <a:pPr algn="ctr">
              <a:spcBef>
                <a:spcPts val="800"/>
              </a:spcBef>
            </a:pPr>
            <a:r>
              <a:rPr sz="3600" b="0">
                <a:solidFill>
                  <a:srgbClr val="1A2B2E"/>
                </a:solidFill>
                <a:latin typeface="Avenir Next"/>
              </a:rPr>
              <a:t>🔁</a:t>
            </a:r>
          </a:p>
          <a:p>
            <a:pPr algn="ctr">
              <a:spcBef>
                <a:spcPts val="800"/>
              </a:spcBef>
            </a:pPr>
            <a:r>
              <a:rPr sz="1400" b="1">
                <a:solidFill>
                  <a:srgbClr val="0B3D4A"/>
                </a:solidFill>
                <a:latin typeface="Avenir Next"/>
              </a:rPr>
              <a:t>Verifici din nou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