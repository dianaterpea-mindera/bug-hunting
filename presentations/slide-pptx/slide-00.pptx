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🕵️  DEBRIEFING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Ați salvat animale… sau?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F6F4"/>
                </a:solidFill>
                <a:latin typeface="Avenir Next"/>
              </a:rPr>
              <a:t>Ceva nu se potrivește. Detectivii observă tot.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4937760" cy="3840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3400" b="0">
                <a:solidFill>
                  <a:srgbClr val="1A2B2E"/>
                </a:solidFill>
                <a:latin typeface="Avenir Next"/>
              </a:rPr>
              <a:t>🐢  🦜  🦊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0B3D4A"/>
                </a:solidFill>
                <a:latin typeface="Avenir Next"/>
              </a:rPr>
              <a:t>Ce credeați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5A6E72"/>
                </a:solidFill>
                <a:latin typeface="Avenir Next"/>
              </a:rPr>
              <a:t>Eroi pe Insula după furtună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388620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468880"/>
            <a:ext cx="4663440" cy="38404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600" b="1">
                <a:solidFill>
                  <a:srgbClr val="E07A5F"/>
                </a:solidFill>
                <a:latin typeface="Avenir Next"/>
              </a:rPr>
              <a:t>?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FFFFFF"/>
                </a:solidFill>
                <a:latin typeface="Avenir Next"/>
              </a:rPr>
              <a:t>Ce ați făcut de fapt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E8F6F4"/>
                </a:solidFill>
                <a:latin typeface="Avenir Next"/>
              </a:rPr>
              <a:t>O meserie reală din IT… cu lupă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