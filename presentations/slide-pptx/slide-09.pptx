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94360" y="365760"/>
            <a:ext cx="3291840" cy="384048"/>
          </a:xfrm>
          <a:prstGeom prst="roundRect">
            <a:avLst>
              <a:gd name="adj" fmla="val 50000"/>
            </a:avLst>
          </a:prstGeom>
          <a:solidFill>
            <a:srgbClr val="F0C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200" b="1">
                <a:solidFill>
                  <a:srgbClr val="0B3D4A"/>
                </a:solidFill>
                <a:latin typeface="Avenir Next"/>
              </a:rPr>
              <a:t>💣  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14400"/>
            <a:ext cx="109728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Georgia"/>
              </a:rPr>
              <a:t>Fără QA… haos pe telefon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3383280" cy="411480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4800" b="0">
                <a:solidFill>
                  <a:srgbClr val="FFFFFF"/>
                </a:solidFill>
                <a:latin typeface="Avenir Next"/>
              </a:rPr>
              <a:t>💥</a:t>
            </a:r>
          </a:p>
          <a:p>
            <a:pPr algn="ctr">
              <a:spcBef>
                <a:spcPts val="800"/>
              </a:spcBef>
            </a:pPr>
            <a:r>
              <a:rPr sz="2200" b="1">
                <a:solidFill>
                  <a:srgbClr val="FFFFFF"/>
                </a:solidFill>
                <a:latin typeface="Avenir Next"/>
              </a:rPr>
              <a:t>App crashed</a:t>
            </a:r>
          </a:p>
          <a:p>
            <a:pPr algn="ctr">
              <a:spcBef>
                <a:spcPts val="800"/>
              </a:spcBef>
            </a:pPr>
            <a:r>
              <a:rPr sz="1500" b="0">
                <a:solidFill>
                  <a:srgbClr val="E8F6F4"/>
                </a:solidFill>
                <a:latin typeface="Avenir Next"/>
              </a:rPr>
              <a:t>retry? retry?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103120"/>
            <a:ext cx="7406640" cy="91440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venir Next"/>
              </a:rPr>
              <a:t>🎮 Jocul se blochează  —  exact în finală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154679"/>
            <a:ext cx="7406640" cy="91440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venir Next"/>
              </a:rPr>
              <a:t>📱 Story-ul nu urcă  —  like-ul „dispare”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206240"/>
            <a:ext cx="7406640" cy="91440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venir Next"/>
              </a:rPr>
              <a:t>📚 Catalog greșit  —  nota e aiurea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5257800"/>
            <a:ext cx="7406640" cy="914400"/>
          </a:xfrm>
          <a:prstGeom prst="roundRect">
            <a:avLst>
              <a:gd name="adj" fmla="val 14000"/>
            </a:avLst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</a:pPr>
            <a:r>
              <a:rPr sz="1600" b="1">
                <a:solidFill>
                  <a:srgbClr val="FFFFFF"/>
                </a:solidFill>
                <a:latin typeface="Avenir Next"/>
              </a:rPr>
              <a:t>🎵 Melodia / video-ul  —  sare sau se blochează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