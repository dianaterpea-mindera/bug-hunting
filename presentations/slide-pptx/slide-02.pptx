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Avenir Next"/>
              </a:rPr>
              <a:t>📚  LORE UNLOCK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0B3D4A"/>
                </a:solidFill>
                <a:latin typeface="Georgia"/>
              </a:rPr>
              <a:t>De ce zicem „bug”?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A6E72"/>
                </a:solidFill>
                <a:latin typeface="Avenir Next"/>
              </a:rPr>
              <a:t>Spoiler: a existat un gândac.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23160"/>
            <a:ext cx="5120640" cy="3840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3A9AAD"/>
                </a:solidFill>
                <a:latin typeface="Avenir Next"/>
              </a:rPr>
              <a:t>DEMULT</a:t>
            </a:r>
          </a:p>
          <a:p>
            <a:pPr algn="ctr">
              <a:spcBef>
                <a:spcPts val="800"/>
              </a:spcBef>
            </a:pPr>
            <a:r>
              <a:rPr sz="4200" b="0">
                <a:solidFill>
                  <a:srgbClr val="1A2B2E"/>
                </a:solidFill>
                <a:latin typeface="Avenir Next"/>
              </a:rPr>
              <a:t>🐛💻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0B3D4A"/>
                </a:solidFill>
                <a:latin typeface="Avenir Next"/>
              </a:rPr>
              <a:t>Gândacul din mașinărie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5A6E72"/>
                </a:solidFill>
                <a:latin typeface="Avenir Next"/>
              </a:rPr>
              <a:t>Un gândac real a stricat un computer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23160"/>
            <a:ext cx="5120640" cy="3840480"/>
          </a:xfrm>
          <a:prstGeom prst="roundRect">
            <a:avLst>
              <a:gd name="adj" fmla="val 14000"/>
            </a:avLst>
          </a:prstGeom>
          <a:solidFill>
            <a:srgbClr val="F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E07A5F"/>
                </a:solidFill>
                <a:latin typeface="Avenir Next"/>
              </a:rPr>
              <a:t>AZI</a:t>
            </a:r>
          </a:p>
          <a:p>
            <a:pPr algn="ctr">
              <a:spcBef>
                <a:spcPts val="800"/>
              </a:spcBef>
            </a:pPr>
            <a:r>
              <a:rPr sz="4200" b="0">
                <a:solidFill>
                  <a:srgbClr val="1A2B2E"/>
                </a:solidFill>
                <a:latin typeface="Avenir Next"/>
              </a:rPr>
              <a:t>💥📱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0B3D4A"/>
                </a:solidFill>
                <a:latin typeface="Avenir Next"/>
              </a:rPr>
              <a:t>Bug = greșeală în program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5A6E72"/>
                </a:solidFill>
                <a:latin typeface="Avenir Next"/>
              </a:rPr>
              <a:t>Ce ați vânat pe insulă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