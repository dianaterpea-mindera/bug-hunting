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94360" y="365760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F0C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1200" b="1">
                <a:solidFill>
                  <a:srgbClr val="0B3D4A"/>
                </a:solidFill>
                <a:latin typeface="Avenir Next"/>
              </a:rPr>
              <a:t>⚡  POWER-UPS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97280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Georgia"/>
              </a:rPr>
              <a:t>Azi ați deblocat astea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194560"/>
            <a:ext cx="2743200" cy="4023360"/>
          </a:xfrm>
          <a:prstGeom prst="roundRect">
            <a:avLst>
              <a:gd name="adj" fmla="val 14000"/>
            </a:avLst>
          </a:prstGeom>
          <a:solidFill>
            <a:srgbClr val="3A9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3800" b="0">
                <a:solidFill>
                  <a:srgbClr val="FFFFFF"/>
                </a:solidFill>
                <a:latin typeface="Avenir Next"/>
              </a:rPr>
              <a:t>🔎</a:t>
            </a:r>
          </a:p>
          <a:p>
            <a:pPr algn="ctr">
              <a:spcBef>
                <a:spcPts val="800"/>
              </a:spcBef>
            </a:pPr>
            <a:r>
              <a:rPr sz="1800" b="1">
                <a:solidFill>
                  <a:srgbClr val="FFFFFF"/>
                </a:solidFill>
                <a:latin typeface="Avenir Next"/>
              </a:rPr>
              <a:t>Ochi de vultur</a:t>
            </a:r>
          </a:p>
          <a:p>
            <a:pPr algn="ctr">
              <a:spcBef>
                <a:spcPts val="800"/>
              </a:spcBef>
            </a:pPr>
            <a:r>
              <a:rPr sz="1400" b="0">
                <a:solidFill>
                  <a:srgbClr val="E8F6F4"/>
                </a:solidFill>
                <a:latin typeface="Avenir Next"/>
              </a:rPr>
              <a:t>Vezi ce nu se potrivește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2194560"/>
            <a:ext cx="2743200" cy="4023360"/>
          </a:xfrm>
          <a:prstGeom prst="roundRect">
            <a:avLst>
              <a:gd name="adj" fmla="val 14000"/>
            </a:avLst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3800" b="0">
                <a:solidFill>
                  <a:srgbClr val="FFFFFF"/>
                </a:solidFill>
                <a:latin typeface="Avenir Next"/>
              </a:rPr>
              <a:t>🧩</a:t>
            </a:r>
          </a:p>
          <a:p>
            <a:pPr algn="ctr">
              <a:spcBef>
                <a:spcPts val="800"/>
              </a:spcBef>
            </a:pPr>
            <a:r>
              <a:rPr sz="1800" b="1">
                <a:solidFill>
                  <a:srgbClr val="FFFFFF"/>
                </a:solidFill>
                <a:latin typeface="Avenir Next"/>
              </a:rPr>
              <a:t>Detective mode</a:t>
            </a:r>
          </a:p>
          <a:p>
            <a:pPr algn="ctr">
              <a:spcBef>
                <a:spcPts val="800"/>
              </a:spcBef>
            </a:pPr>
            <a:r>
              <a:rPr sz="1400" b="0">
                <a:solidFill>
                  <a:srgbClr val="E8F6F4"/>
                </a:solidFill>
                <a:latin typeface="Avenir Next"/>
              </a:rPr>
              <a:t>„Hmm… ciudat”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194560"/>
            <a:ext cx="2743200" cy="4023360"/>
          </a:xfrm>
          <a:prstGeom prst="roundRect">
            <a:avLst>
              <a:gd name="adj" fmla="val 14000"/>
            </a:avLst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3800" b="0">
                <a:solidFill>
                  <a:srgbClr val="FFFFFF"/>
                </a:solidFill>
                <a:latin typeface="Avenir Next"/>
              </a:rPr>
              <a:t>🗣️</a:t>
            </a:r>
          </a:p>
          <a:p>
            <a:pPr algn="ctr">
              <a:spcBef>
                <a:spcPts val="800"/>
              </a:spcBef>
            </a:pPr>
            <a:r>
              <a:rPr sz="1800" b="1">
                <a:solidFill>
                  <a:srgbClr val="FFFFFF"/>
                </a:solidFill>
                <a:latin typeface="Avenir Next"/>
              </a:rPr>
              <a:t>Raport clar</a:t>
            </a:r>
          </a:p>
          <a:p>
            <a:pPr algn="ctr">
              <a:spcBef>
                <a:spcPts val="800"/>
              </a:spcBef>
            </a:pPr>
            <a:r>
              <a:rPr sz="1400" b="0">
                <a:solidFill>
                  <a:srgbClr val="E8F6F4"/>
                </a:solidFill>
                <a:latin typeface="Avenir Next"/>
              </a:rPr>
              <a:t>Alții înțeleg din prima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2194560"/>
            <a:ext cx="2743200" cy="4023360"/>
          </a:xfrm>
          <a:prstGeom prst="roundRect">
            <a:avLst>
              <a:gd name="adj" fmla="val 14000"/>
            </a:avLst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3800" b="0">
                <a:solidFill>
                  <a:srgbClr val="FFFFFF"/>
                </a:solidFill>
                <a:latin typeface="Avenir Next"/>
              </a:rPr>
              <a:t>💪</a:t>
            </a:r>
          </a:p>
          <a:p>
            <a:pPr algn="ctr">
              <a:spcBef>
                <a:spcPts val="800"/>
              </a:spcBef>
            </a:pPr>
            <a:r>
              <a:rPr sz="1800" b="1">
                <a:solidFill>
                  <a:srgbClr val="FFFFFF"/>
                </a:solidFill>
                <a:latin typeface="Avenir Next"/>
              </a:rPr>
              <a:t>Retry power</a:t>
            </a:r>
          </a:p>
          <a:p>
            <a:pPr algn="ctr">
              <a:spcBef>
                <a:spcPts val="800"/>
              </a:spcBef>
            </a:pPr>
            <a:r>
              <a:rPr sz="1400" b="0">
                <a:solidFill>
                  <a:srgbClr val="E8F6F4"/>
                </a:solidFill>
                <a:latin typeface="Avenir Next"/>
              </a:rPr>
              <a:t>Greșeala nu te oprește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