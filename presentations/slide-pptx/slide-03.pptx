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B3D4A"/>
                </a:solidFill>
                <a:latin typeface="Avenir Next"/>
              </a:rPr>
              <a:t>🎮 → 💼  TRADUCERE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Ați vorbit deja limba testerilor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F6F4"/>
                </a:solidFill>
                <a:latin typeface="Avenir Next"/>
              </a:rPr>
              <a:t>Aceiași pași. Alt vocabular.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0C75E"/>
                </a:solidFill>
                <a:latin typeface="Avenir Next"/>
              </a:rPr>
              <a:t>1</a:t>
            </a:r>
          </a:p>
          <a:p>
            <a:pPr algn="ctr">
              <a:spcBef>
                <a:spcPts val="800"/>
              </a:spcBef>
            </a:pPr>
            <a:r>
              <a:rPr sz="3200" b="0">
                <a:solidFill>
                  <a:srgbClr val="FFFFFF"/>
                </a:solidFill>
                <a:latin typeface="Avenir Next"/>
              </a:rPr>
              <a:t>👀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E8F6F4"/>
                </a:solidFill>
                <a:latin typeface="Avenir Next"/>
              </a:rPr>
              <a:t>Ai observat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Bug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228600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0C75E"/>
                </a:solidFill>
                <a:latin typeface="Avenir Next"/>
              </a:rPr>
              <a:t>2</a:t>
            </a:r>
          </a:p>
          <a:p>
            <a:pPr algn="ctr">
              <a:spcBef>
                <a:spcPts val="800"/>
              </a:spcBef>
            </a:pPr>
            <a:r>
              <a:rPr sz="3200" b="0">
                <a:solidFill>
                  <a:srgbClr val="FFFFFF"/>
                </a:solidFill>
                <a:latin typeface="Avenir Next"/>
              </a:rPr>
              <a:t>🎯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E8F6F4"/>
                </a:solidFill>
                <a:latin typeface="Avenir Next"/>
              </a:rPr>
              <a:t>Ai marcat zona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Localizare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28600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0C75E"/>
                </a:solidFill>
                <a:latin typeface="Avenir Next"/>
              </a:rPr>
              <a:t>3</a:t>
            </a:r>
          </a:p>
          <a:p>
            <a:pPr algn="ctr">
              <a:spcBef>
                <a:spcPts val="800"/>
              </a:spcBef>
            </a:pPr>
            <a:r>
              <a:rPr sz="3200" b="0">
                <a:solidFill>
                  <a:srgbClr val="FFFFFF"/>
                </a:solidFill>
                <a:latin typeface="Avenir Next"/>
              </a:rPr>
              <a:t>📸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E8F6F4"/>
                </a:solidFill>
                <a:latin typeface="Avenir Next"/>
              </a:rPr>
              <a:t>Screenshot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19" y="228600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0C75E"/>
                </a:solidFill>
                <a:latin typeface="Avenir Next"/>
              </a:rPr>
              <a:t>4</a:t>
            </a:r>
          </a:p>
          <a:p>
            <a:pPr algn="ctr">
              <a:spcBef>
                <a:spcPts val="800"/>
              </a:spcBef>
            </a:pPr>
            <a:r>
              <a:rPr sz="3200" b="0">
                <a:solidFill>
                  <a:srgbClr val="FFFFFF"/>
                </a:solidFill>
                <a:latin typeface="Avenir Next"/>
              </a:rPr>
              <a:t>✍️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E8F6F4"/>
                </a:solidFill>
                <a:latin typeface="Avenir Next"/>
              </a:rPr>
              <a:t>Ai raportat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Bug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2286000"/>
            <a:ext cx="2194560" cy="402336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0C75E"/>
                </a:solidFill>
                <a:latin typeface="Avenir Next"/>
              </a:rPr>
              <a:t>5</a:t>
            </a:r>
          </a:p>
          <a:p>
            <a:pPr algn="ctr">
              <a:spcBef>
                <a:spcPts val="800"/>
              </a:spcBef>
            </a:pPr>
            <a:r>
              <a:rPr sz="3200" b="0">
                <a:solidFill>
                  <a:srgbClr val="FFFFFF"/>
                </a:solidFill>
                <a:latin typeface="Avenir Next"/>
              </a:rPr>
              <a:t>⚖️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E8F6F4"/>
                </a:solidFill>
                <a:latin typeface="Avenir Next"/>
              </a:rPr>
              <a:t>Așteptat vs real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Expected / Actual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