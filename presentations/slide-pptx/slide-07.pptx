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📱 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Le-ai trăit deja. Pe telefon.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F6F4"/>
                </a:solidFill>
                <a:latin typeface="Avenir Next"/>
              </a:rPr>
              <a:t>Ridică mâna dacă ți s-a întâmplat!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🎮 Jocuri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Scorul nu se salvează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după Continua?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10312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💬 Chat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Mesaj dublu / nevăzut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ce vede celălalt?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0312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📚 Școală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OK pe ecran, gol la prof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succes = realitate?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97679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🛒 Shop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Ai plătit, itemul lipsește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banii → produs?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97679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🔔 Notificări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De 10 ori… sau deloc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prea mult / puțin?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297679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0B3D4A"/>
                </a:solidFill>
                <a:latin typeface="Avenir Next"/>
              </a:rPr>
              <a:t>🚌 Hărți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A6E72"/>
                </a:solidFill>
                <a:latin typeface="Avenir Next"/>
              </a:rPr>
              <a:t>„2 min” × 15 minute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QA: e actualizat?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