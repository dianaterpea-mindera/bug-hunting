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94360" y="365760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F0C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1200" b="1">
                <a:solidFill>
                  <a:srgbClr val="0B3D4A"/>
                </a:solidFill>
                <a:latin typeface="Avenir Next"/>
              </a:rPr>
              <a:t>🔓  REVELAȚIE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97280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Georgia"/>
              </a:rPr>
              <a:t>Plot twist: ați făcut Software Testing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03120" y="2286000"/>
            <a:ext cx="7955279" cy="3017520"/>
          </a:xfrm>
          <a:prstGeom prst="roundRect">
            <a:avLst>
              <a:gd name="adj" fmla="val 14000"/>
            </a:avLst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5200" b="1">
                <a:solidFill>
                  <a:srgbClr val="F0C75E"/>
                </a:solidFill>
                <a:latin typeface="Avenir Next"/>
              </a:rPr>
              <a:t>QA</a:t>
            </a:r>
          </a:p>
          <a:p>
            <a:pPr algn="ctr">
              <a:spcBef>
                <a:spcPts val="800"/>
              </a:spcBef>
            </a:pPr>
            <a:r>
              <a:rPr sz="2600" b="1">
                <a:solidFill>
                  <a:srgbClr val="FFFFFF"/>
                </a:solidFill>
                <a:latin typeface="Avenir Next"/>
              </a:rPr>
              <a:t>Quality Assurance</a:t>
            </a:r>
          </a:p>
          <a:p>
            <a:pPr algn="ctr">
              <a:spcBef>
                <a:spcPts val="800"/>
              </a:spcBef>
            </a:pPr>
            <a:r>
              <a:rPr sz="1700" b="0">
                <a:solidFill>
                  <a:srgbClr val="E8F6F4"/>
                </a:solidFill>
                <a:latin typeface="Avenir Next"/>
              </a:rPr>
              <a:t>Vânători de bug-uri profesioniști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5623560"/>
            <a:ext cx="5029200" cy="685800"/>
          </a:xfrm>
          <a:prstGeom prst="roundRect">
            <a:avLst>
              <a:gd name="adj" fmla="val 14000"/>
            </a:avLst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1400" b="1">
                <a:solidFill>
                  <a:srgbClr val="FFFFFF"/>
                </a:solidFill>
                <a:latin typeface="Avenir Next"/>
              </a:rPr>
              <a:t>🎖️  CERTIFICAT DETECTIV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