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Întreabă grăbita: „Ce credeți că ați făcut azi, pe scurt?”</a:t>
            </a:r>
          </a:p>
          <a:p>
            <a:r>
              <a:t>• Lasă-i să zică „am căutat greșeli / probleme pe ecrane”.</a:t>
            </a:r>
          </a:p>
          <a:p>
            <a:r>
              <a:t>• Spune că aveți o surpriză: meseria pe care ați practicat-o are un nume.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Explică pe scurt: înainte ca o aplicație să ajungă pe telefonul lor, cineva o „vânează” de greșeli.</a:t>
            </a:r>
          </a:p>
          <a:p>
            <a:r>
              <a:t>• QA = Quality Assurance = „ne asigurăm că e de calitate”.</a:t>
            </a:r>
          </a:p>
          <a:p>
            <a:r>
              <a:t>• În joc ați fost exact echipa de QA din Insula după furtună.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Poveste scurtă: un gândac real a stricat un computer — de-asta zicem „bug”.</a:t>
            </a:r>
          </a:p>
          <a:p>
            <a:r>
              <a:t>• În joc le-ați zis „probleme”. În job se numesc bug-uri.</a:t>
            </a:r>
          </a:p>
          <a:p>
            <a:r>
              <a:t>• Întreabă: „Cui i s-a blocat un joc / un story / o temă online?”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Arată pe ecran (sau pe Review) un raport al lor: selecție + text.</a:t>
            </a:r>
          </a:p>
          <a:p>
            <a:r>
              <a:t>• Leagă fiecare pas: observat = bug detection; marcat = localizare; screenshot = evidence; textul = bug report.</a:t>
            </a:r>
          </a:p>
          <a:p>
            <a:r>
              <a:t>• „Ce ar fi trebuit” vs „ce s-a întâmplat” = expected vs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Dacă ai al doilea ecran: deschide Mod Review → scenele 1, 3, 10.</a:t>
            </a:r>
          </a:p>
          <a:p>
            <a:r>
              <a:t>• Spune: uneori bug-ul e o nepotrivire între ce scrie și ce vezi.</a:t>
            </a:r>
          </a:p>
          <a:p>
            <a:r>
              <a:t>• În QA: verificăm UI-ul și datele — nu doar „merge butonul?”, ci „are sens ce scrie?”.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Review: scenele 5, 4, 8 — sau povestește din memorie.</a:t>
            </a:r>
          </a:p>
          <a:p>
            <a:r>
              <a:t>• Astea sunt bug-uri de logică / stare: programul „crede” ceva greșit.</a:t>
            </a:r>
          </a:p>
          <a:p>
            <a:r>
              <a:t>• QA apasă, numără, schimbă filtrele — exact ce ați făcut voi.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Scenele 6, 11, 12 — perfecte pentru „nu crede orbeste ecranul”.</a:t>
            </a:r>
          </a:p>
          <a:p>
            <a:r>
              <a:t>• Un QA bun e curajos să zică „asta nu e corect”, chiar dacă aplicația arată un bife verde.</a:t>
            </a:r>
          </a:p>
          <a:p>
            <a:r>
              <a:t>• În viața reală: alerte false, mesaje de succes greșite, poze greșit etichetate.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Nu numi branduri — vorbește generic: joc, chat, catalog, magazin în app.</a:t>
            </a:r>
          </a:p>
          <a:p>
            <a:r>
              <a:t>• Lasă 20–30 secunde: „Ridicați mâna dacă vi s-a întâmplat măcar unul.”</a:t>
            </a:r>
          </a:p>
          <a:p>
            <a:r>
              <a:t>• QA testează exact astea înainte să ajungă la milioane de utilizatori.</a:t>
            </a:r>
          </a:p>
          <a:p>
            <a:r>
              <a:t>• Leagă de joc: „Succes pe ecran ≠ adevăr” — ca la Ruxi / bot / poza de eliberare.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Nu e doar „apasă random”: e ca o misiune cu obiective — ca ecranele voastre.</a:t>
            </a:r>
          </a:p>
          <a:p>
            <a:r>
              <a:t>• După ce developerii repară, QA verifică din nou (retest).</a:t>
            </a:r>
          </a:p>
          <a:p>
            <a:r>
              <a:t>• Nu trebuie să fii „cel mai bun la mate” — trebuie să fii curios și clar când explici.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Reia 1–2 exemple de pe slide-ul anterior (joc, catalog, plată).</a:t>
            </a:r>
          </a:p>
          <a:p>
            <a:r>
              <a:t>• Un bug mic pe ecran poate ascunde o problemă mare în spate.</a:t>
            </a:r>
          </a:p>
          <a:p>
            <a:r>
              <a:t>• În Insula după furtună ați protejat „utilizatorii” de pe insulă — în job protejezi utilizatori reali.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Amintește-le: greșelile la selecție nu le-au luat stele — în QA e normal să explorezi.</a:t>
            </a:r>
          </a:p>
          <a:p>
            <a:r>
              <a:t>• Raportul bun = colegul care repară înțelege din prima.</a:t>
            </a:r>
          </a:p>
          <a:p>
            <a:r>
              <a:t>• Întreabă: „Care bug v-a plăcut cel mai mult să-l găsiți?”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Ton ușor, fără presiune: e o meserie reală, cu salariu, echipe, proiecte.</a:t>
            </a:r>
          </a:p>
          <a:p>
            <a:r>
              <a:t>• Poți menționa pe scurt că există cursuri / licee IT / facultăți — fără listă lungă.</a:t>
            </a:r>
          </a:p>
          <a:p>
            <a:r>
              <a:t>• Închide cu: „Azi ați fost deja junior QA în Insula după furtună.”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Lasă 2–3 minute pentru întrebări.</a:t>
            </a:r>
          </a:p>
          <a:p>
            <a:r>
              <a:t>• Dacă se blochează: „Care a fost cel mai sneaky bug?” / „Ce ați verifica voi într-un joc?”</a:t>
            </a:r>
          </a:p>
          <a:p>
            <a:r>
              <a:t>• Mulțumește-le și trimite-i înapoi la ecranul de start când termini.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