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Întreabă: ce credeți că ați făcut azi?</a:t>
            </a:r>
          </a:p>
          <a:p>
            <a:r>
              <a:t>• Surpriză: meseria are un nume.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QA = ne asigurăm că e de calitate.</a:t>
            </a:r>
          </a:p>
          <a:p>
            <a:r>
              <a:t>• Ați fost echipa de QA din joc.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Poveste scurtă.</a:t>
            </a:r>
          </a:p>
          <a:p>
            <a:r>
              <a:t>• Cui i s-a blocat un joc / story / temă?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Arată un raport din Review.</a:t>
            </a:r>
          </a:p>
          <a:p>
            <a:r>
              <a:t>• Leagă pașii de termeni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Review opțional: scenele 1, 3, 10.</a:t>
            </a:r>
          </a:p>
          <a:p>
            <a:r>
              <a:t>• Screenshot-urile arată exact zona greșită din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Review: scenele 5, 4, 8.</a:t>
            </a:r>
          </a:p>
          <a:p>
            <a:r>
              <a:t>• Screenshot-urile arată exact zona greșită din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Scenele 6, 11, 12.</a:t>
            </a:r>
          </a:p>
          <a:p>
            <a:r>
              <a:t>• Screenshot-urile arată exact zona greșită din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Nu numi branduri.</a:t>
            </a:r>
          </a:p>
          <a:p>
            <a:r>
              <a:t>• 20–30 sec mâini 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Retest după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Bug mic pe ecran → problemă mare în spate.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Greșeala la selecție nu a luat stele.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Ton ușor.</a:t>
            </a:r>
          </a:p>
          <a:p>
            <a:r>
              <a:t>• Azi ați fost deja junior QA în Insula după furtună.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2–3 min întrebări.</a:t>
            </a:r>
          </a:p>
          <a:p>
            <a:r>
              <a:t>• Care a fost cel mai sneaky bug?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🕵️  RECAPITULARE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Georgia"/>
              </a:rPr>
              <a:t>Ați salvat animale… sau?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F6F4"/>
                </a:solidFill>
                <a:latin typeface="Avenir Next"/>
              </a:rPr>
              <a:t>Ceva nu se potrivește. Detectivii observă tot.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029200" cy="3840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A2B2E"/>
                </a:solidFill>
                <a:latin typeface="Avenir Next"/>
              </a:rPr>
              <a:t>🐢  🦜  🦊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2600" b="1">
                <a:solidFill>
                  <a:srgbClr val="0B3D4A"/>
                </a:solidFill>
                <a:latin typeface="Georgia"/>
              </a:rPr>
              <a:t>Ce credeați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5A6E72"/>
                </a:solidFill>
                <a:latin typeface="Avenir Next"/>
              </a:rPr>
              <a:t>Eroi pe Insula după furtună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9319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venir Next"/>
              </a:rP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468880"/>
            <a:ext cx="4663440" cy="384048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07A5F"/>
                </a:solidFill>
                <a:latin typeface="Georgia"/>
              </a:rPr>
              <a:t>?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Ce ați făcut de fapt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E8F6F4"/>
                </a:solidFill>
                <a:latin typeface="Avenir Next"/>
              </a:rPr>
              <a:t>O meserie reală din IT… cu lupă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572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🔓  REVELAȚIE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Răsturnare: ați făcut Software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286000"/>
            <a:ext cx="8138160" cy="31089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0C75E"/>
                </a:solidFill>
                <a:latin typeface="Georgia"/>
              </a:rPr>
              <a:t>QA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Quality Assurance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E8F6F4"/>
                </a:solidFill>
                <a:latin typeface="Avenir Next"/>
              </a:rPr>
              <a:t>Vânători de bug-uri profesioniști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E8F6F4"/>
                </a:solidFill>
                <a:latin typeface="Avenir Next"/>
              </a:rPr>
              <a:t>Înainte ca app-ul să ajungă la milioane de oameni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5669280"/>
            <a:ext cx="5212080" cy="685800"/>
          </a:xfrm>
          <a:prstGeom prst="roundRect">
            <a:avLst>
              <a:gd name="adj" fmla="val 4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venir Next"/>
              </a:rPr>
              <a:t>🎖️  CERTIFICAT DETECTIV — ECHIPA INSULEI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3657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venir Next"/>
              </a:rPr>
              <a:t>📚  TERMENI 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B3D4A"/>
                </a:solidFill>
                <a:latin typeface="Georgia"/>
              </a:rPr>
              <a:t>De ce zicem „bug”?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6E72"/>
                </a:solidFill>
                <a:latin typeface="Avenir Next"/>
              </a:rPr>
              <a:t>Spoiler: a existat un gândac. Real. Într-un computer.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12064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A9AAD"/>
                </a:solidFill>
                <a:latin typeface="Avenir Next"/>
              </a:rPr>
              <a:t>DEMULT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4400" b="0">
                <a:solidFill>
                  <a:srgbClr val="1A2B2E"/>
                </a:solidFill>
                <a:latin typeface="Avenir Next"/>
              </a:rPr>
              <a:t>🐛💻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0B3D4A"/>
                </a:solidFill>
                <a:latin typeface="Georgia"/>
              </a:rPr>
              <a:t>Gândacul din mașinărie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5A6E72"/>
                </a:solidFill>
                <a:latin typeface="Avenir Next"/>
              </a:rPr>
              <a:t>Un insectă adevărată a stricat
un computer — de-atunci zicem „bug”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120640" cy="3931920"/>
          </a:xfrm>
          <a:prstGeom prst="roundRect">
            <a:avLst>
              <a:gd name="adj" fmla="val 14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5C42"/>
                </a:solidFill>
                <a:latin typeface="Avenir Next"/>
              </a:rPr>
              <a:t>AZI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4400" b="0">
                <a:solidFill>
                  <a:srgbClr val="1A2B2E"/>
                </a:solidFill>
                <a:latin typeface="Avenir Next"/>
              </a:rPr>
              <a:t>💥📱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0B3D4A"/>
                </a:solidFill>
                <a:latin typeface="Georgia"/>
              </a:rPr>
              <a:t>Bug = greșeală în program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5A6E72"/>
                </a:solidFill>
                <a:latin typeface="Avenir Next"/>
              </a:rPr>
              <a:t>Ce ați vânat pe insulă.
Ce QA vânează în fiecare zi.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🎮 → 💼  TRADUCERE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Ați vorbit deja limba testerilor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F6F4"/>
                </a:solidFill>
                <a:latin typeface="Avenir Next"/>
              </a:rPr>
              <a:t>Aceiași pași. Alt vocabular. Quest level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2194560" cy="41148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C75E"/>
                </a:solidFill>
                <a:latin typeface="Avenir Next"/>
              </a:rPr>
              <a:t>1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Avenir Next"/>
              </a:rPr>
              <a:t>👀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E8F6F4"/>
                </a:solidFill>
                <a:latin typeface="Avenir Next"/>
              </a:rPr>
              <a:t>Ai observat
ceva ciudat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Bug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2194560"/>
            <a:ext cx="2194560" cy="41148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C75E"/>
                </a:solidFill>
                <a:latin typeface="Avenir Next"/>
              </a:rPr>
              <a:t>2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Avenir Next"/>
              </a:rPr>
              <a:t>🎯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E8F6F4"/>
                </a:solidFill>
                <a:latin typeface="Avenir Next"/>
              </a:rPr>
              <a:t>Ai marcat
zona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Localizare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194560"/>
            <a:ext cx="2194560" cy="41148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C75E"/>
                </a:solidFill>
                <a:latin typeface="Avenir Next"/>
              </a:rPr>
              <a:t>3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Avenir Next"/>
              </a:rPr>
              <a:t>📸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E8F6F4"/>
                </a:solidFill>
                <a:latin typeface="Avenir Next"/>
              </a:rPr>
              <a:t>Ai făcut
screenshot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19" y="2194560"/>
            <a:ext cx="2194560" cy="41148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C75E"/>
                </a:solidFill>
                <a:latin typeface="Avenir Next"/>
              </a:rPr>
              <a:t>4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Avenir Next"/>
              </a:rPr>
              <a:t>✍️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E8F6F4"/>
                </a:solidFill>
                <a:latin typeface="Avenir Next"/>
              </a:rPr>
              <a:t>Ai scris ce e
în neregulă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Bug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194560"/>
            <a:ext cx="2194560" cy="41148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C75E"/>
                </a:solidFill>
                <a:latin typeface="Avenir Next"/>
              </a:rPr>
              <a:t>5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Avenir Next"/>
              </a:rPr>
              <a:t>⚖️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E8F6F4"/>
                </a:solidFill>
                <a:latin typeface="Avenir Next"/>
              </a:rPr>
              <a:t>Așteptat
vs real</a:t>
            </a:r>
          </a:p>
          <a:p>
            <a:pPr algn="ctr">
              <a:spcBef>
                <a:spcPts val="14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Expected / Actual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venir Next"/>
              </a:rPr>
              <a:t>🗂️  DOSARE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B3D4A"/>
                </a:solidFill>
                <a:latin typeface="Georgia"/>
              </a:rPr>
              <a:t>Cazul #1: imaginea minte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6E72"/>
                </a:solidFill>
                <a:latin typeface="Avenir Next"/>
              </a:rPr>
              <a:t>Când ce scrie ≠ ce vezi. Classic sneaky bug.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337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07A5F"/>
                </a:solidFill>
                <a:latin typeface="Avenir Next"/>
              </a:rPr>
              <a:t>SCENA 1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🚤 „Ai ajuns cu barca”  ≠  🚗 pe ecran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5A6E72"/>
                </a:solidFill>
                <a:latin typeface="Avenir Next"/>
              </a:rPr>
              <a:t>🔍 Text vs iconiță</a:t>
            </a:r>
          </a:p>
        </p:txBody>
      </p:sp>
      <p:pic>
        <p:nvPicPr>
          <p:cNvPr id="8" name="Picture 7" descr="bug-01-tran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31316"/>
            <a:ext cx="3246120" cy="21728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2011680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337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A9AAD"/>
                </a:solidFill>
                <a:latin typeface="Avenir Next"/>
              </a:rPr>
              <a:t>SCENA 3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🐢 Tessa  ≠  📋 fișa zice Tina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5A6E72"/>
                </a:solidFill>
                <a:latin typeface="Avenir Next"/>
              </a:rPr>
              <a:t>🔍 Nume greșit</a:t>
            </a:r>
          </a:p>
        </p:txBody>
      </p:sp>
      <p:pic>
        <p:nvPicPr>
          <p:cNvPr id="11" name="Picture 10" descr="bug-03-tessa-t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775735"/>
            <a:ext cx="3246120" cy="168396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83879" y="2011680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103120"/>
            <a:ext cx="3337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6A4F"/>
                </a:solidFill>
                <a:latin typeface="Avenir Next"/>
              </a:rPr>
              <a:t>SCENA 10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B3D4A"/>
                </a:solidFill>
                <a:latin typeface="Avenir Next"/>
              </a:rPr>
              <a:t>🦜 Kiko = papagal  ≠  🙈 etichetă: Maimuță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5A6E72"/>
                </a:solidFill>
                <a:latin typeface="Avenir Next"/>
              </a:rPr>
              <a:t>🔍 Specie greșită</a:t>
            </a:r>
          </a:p>
        </p:txBody>
      </p:sp>
      <p:pic>
        <p:nvPicPr>
          <p:cNvPr id="14" name="Picture 13" descr="bug-10-kiko-maimu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9" y="3585840"/>
            <a:ext cx="3246120" cy="20637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🧠  EROARE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Cazul #2: creierul app-ului o ia razna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➡️  Pădurea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E8F6F4"/>
                </a:solidFill>
                <a:latin typeface="Avenir Next"/>
              </a:rPr>
              <a:t>În joc: Dreapta → Poiană ↑</a:t>
            </a:r>
          </a:p>
        </p:txBody>
      </p:sp>
      <p:pic>
        <p:nvPicPr>
          <p:cNvPr id="7" name="Picture 6" descr="bug-05-pad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4041339"/>
            <a:ext cx="3246120" cy="1107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96596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5740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💧  Rucsacul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E8F6F4"/>
                </a:solidFill>
                <a:latin typeface="Avenir Next"/>
              </a:rPr>
              <a:t>În joc: 3 sticle, contor ×2</a:t>
            </a:r>
          </a:p>
        </p:txBody>
      </p:sp>
      <p:pic>
        <p:nvPicPr>
          <p:cNvPr id="10" name="Picture 9" descr="bug-04-rucs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989347"/>
            <a:ext cx="3246120" cy="12110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83879" y="196596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05740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🏥  Filtrul „Toate”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E8F6F4"/>
                </a:solidFill>
                <a:latin typeface="Avenir Next"/>
              </a:rPr>
              <a:t>În joc: 5 pe chip, 4 pe listă</a:t>
            </a:r>
          </a:p>
        </p:txBody>
      </p:sp>
      <p:pic>
        <p:nvPicPr>
          <p:cNvPr id="13" name="Picture 12" descr="bug-08-filt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9" y="3325101"/>
            <a:ext cx="3246120" cy="25395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venir Next"/>
              </a:rPr>
              <a:t>⚠️  TRAP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B3D4A"/>
                </a:solidFill>
                <a:latin typeface="Georgia"/>
              </a:rPr>
              <a:t>Nu crede bifa verde!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6E72"/>
                </a:solidFill>
                <a:latin typeface="Avenir Next"/>
              </a:rPr>
              <a:t>App-ul zice OK. Realitatea zice „hmm…”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6596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3D4A"/>
                </a:solidFill>
                <a:latin typeface="Georgia"/>
              </a:rPr>
              <a:t>🦊  Ruxi + apa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C45C42"/>
                </a:solidFill>
                <a:latin typeface="Avenir Next"/>
              </a:rPr>
              <a:t>✓ Băut apă — tot însetată</a:t>
            </a:r>
          </a:p>
        </p:txBody>
      </p:sp>
      <p:pic>
        <p:nvPicPr>
          <p:cNvPr id="8" name="Picture 7" descr="bug-06-ru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21" y="3063240"/>
            <a:ext cx="2206037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196596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3D4A"/>
                </a:solidFill>
                <a:latin typeface="Georgia"/>
              </a:rPr>
              <a:t>🤖  InspectorBot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C45C42"/>
                </a:solidFill>
                <a:latin typeface="Avenir Next"/>
              </a:rPr>
              <a:t>✓ Habitat apt — cu avertismente</a:t>
            </a:r>
          </a:p>
        </p:txBody>
      </p:sp>
      <p:pic>
        <p:nvPicPr>
          <p:cNvPr id="11" name="Picture 10" descr="bug-11-habit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398" y="3063240"/>
            <a:ext cx="3219882" cy="3063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83879" y="196596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05740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3D4A"/>
                </a:solidFill>
                <a:latin typeface="Georgia"/>
              </a:rPr>
              <a:t>📸  Eliberare 17:20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C45C42"/>
                </a:solidFill>
                <a:latin typeface="Avenir Next"/>
              </a:rPr>
              <a:t>Etichetă eliberare — poză de prânz</a:t>
            </a:r>
          </a:p>
        </p:txBody>
      </p:sp>
      <p:pic>
        <p:nvPicPr>
          <p:cNvPr id="14" name="Picture 13" descr="bug-12-eliber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9" y="3868011"/>
            <a:ext cx="3246120" cy="14536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2743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📱 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Le-ai trăit deja. Pe telefon.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F6F4"/>
                </a:solidFill>
                <a:latin typeface="Avenir Next"/>
              </a:rPr>
              <a:t>Ridică mâna dacă ți s-a întâmplat măcar unul!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703320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3D4A"/>
                </a:solidFill>
                <a:latin typeface="Georgia"/>
              </a:rPr>
              <a:t>🎮  Jocuri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A6E72"/>
                </a:solidFill>
                <a:latin typeface="Avenir Next"/>
              </a:rPr>
              <a:t>Scorul nu se salvează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1A6B7A"/>
                </a:solidFill>
                <a:latin typeface="Avenir Next"/>
              </a:rPr>
              <a:t>QA: după Continua?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011680"/>
            <a:ext cx="3703320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3D4A"/>
                </a:solidFill>
                <a:latin typeface="Georgia"/>
              </a:rPr>
              <a:t>💬  Chat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A6E72"/>
                </a:solidFill>
                <a:latin typeface="Avenir Next"/>
              </a:rPr>
              <a:t>Mesaj dublu / nevăzut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1A6B7A"/>
                </a:solidFill>
                <a:latin typeface="Avenir Next"/>
              </a:rPr>
              <a:t>QA: ce vede celălalt?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703320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3D4A"/>
                </a:solidFill>
                <a:latin typeface="Georgia"/>
              </a:rPr>
              <a:t>📚  Școală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A6E72"/>
                </a:solidFill>
                <a:latin typeface="Avenir Next"/>
              </a:rPr>
              <a:t>Tema „trimisă” — profesoara n-o vede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1A6B7A"/>
                </a:solidFill>
                <a:latin typeface="Avenir Next"/>
              </a:rPr>
              <a:t>QA: ce vede profesoara?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51960"/>
            <a:ext cx="3703320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3D4A"/>
                </a:solidFill>
                <a:latin typeface="Georgia"/>
              </a:rPr>
              <a:t>🛒  Shop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A6E72"/>
                </a:solidFill>
                <a:latin typeface="Avenir Next"/>
              </a:rPr>
              <a:t>Ai plătit, itemul lipsește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1A6B7A"/>
                </a:solidFill>
                <a:latin typeface="Avenir Next"/>
              </a:rPr>
              <a:t>QA: banii → produs?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251960"/>
            <a:ext cx="3703320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3D4A"/>
                </a:solidFill>
                <a:latin typeface="Georgia"/>
              </a:rPr>
              <a:t>🔔  Notificări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A6E72"/>
                </a:solidFill>
                <a:latin typeface="Avenir Next"/>
              </a:rPr>
              <a:t>De 10 ori… sau deloc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1A6B7A"/>
                </a:solidFill>
                <a:latin typeface="Avenir Next"/>
              </a:rPr>
              <a:t>QA: prea mult / puțin?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251960"/>
            <a:ext cx="3703320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3D4A"/>
                </a:solidFill>
                <a:latin typeface="Georgia"/>
              </a:rPr>
              <a:t>🚌  Hărți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A6E72"/>
                </a:solidFill>
                <a:latin typeface="Avenir Next"/>
              </a:rPr>
              <a:t>„2 min” × 15 minute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1A6B7A"/>
                </a:solidFill>
                <a:latin typeface="Avenir Next"/>
              </a:rPr>
              <a:t>QA: e actualizat?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venir Next"/>
              </a:rPr>
              <a:t>🗓️  O ZI DE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3D4A"/>
                </a:solidFill>
                <a:latin typeface="Georgia"/>
              </a:rPr>
              <a:t>Nu e „apasă random”. E misiune.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32720" cy="109728"/>
          </a:xfrm>
          <a:prstGeom prst="roundRect">
            <a:avLst/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19456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A9AAD"/>
                </a:solidFill>
                <a:latin typeface="Avenir Next"/>
              </a:rPr>
              <a:t>09:00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4000" b="0">
                <a:solidFill>
                  <a:srgbClr val="1A2B2E"/>
                </a:solidFill>
                <a:latin typeface="Avenir Next"/>
              </a:rPr>
              <a:t>🧪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B3D4A"/>
                </a:solidFill>
                <a:latin typeface="Avenir Next"/>
              </a:rPr>
              <a:t>Încerci app-ul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9456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A9AAD"/>
                </a:solidFill>
                <a:latin typeface="Avenir Next"/>
              </a:rPr>
              <a:t>11:00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4000" b="0">
                <a:solidFill>
                  <a:srgbClr val="1A2B2E"/>
                </a:solidFill>
                <a:latin typeface="Avenir Next"/>
              </a:rPr>
              <a:t>🐞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B3D4A"/>
                </a:solidFill>
                <a:latin typeface="Avenir Next"/>
              </a:rPr>
              <a:t>Găsești bug-uri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19456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A9AAD"/>
                </a:solidFill>
                <a:latin typeface="Avenir Next"/>
              </a:rPr>
              <a:t>13:00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4000" b="0">
                <a:solidFill>
                  <a:srgbClr val="1A2B2E"/>
                </a:solidFill>
                <a:latin typeface="Avenir Next"/>
              </a:rPr>
              <a:t>📝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B3D4A"/>
                </a:solidFill>
                <a:latin typeface="Avenir Next"/>
              </a:rPr>
              <a:t>Scrii rapoarte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9456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A9AAD"/>
                </a:solidFill>
                <a:latin typeface="Avenir Next"/>
              </a:rPr>
              <a:t>15:00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4000" b="0">
                <a:solidFill>
                  <a:srgbClr val="1A2B2E"/>
                </a:solidFill>
                <a:latin typeface="Avenir Next"/>
              </a:rPr>
              <a:t>🤝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B3D4A"/>
                </a:solidFill>
                <a:latin typeface="Avenir Next"/>
              </a:rPr>
              <a:t>Cu programatorii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59" y="219456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A9AAD"/>
                </a:solidFill>
                <a:latin typeface="Avenir Next"/>
              </a:rPr>
              <a:t>17:00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4000" b="0">
                <a:solidFill>
                  <a:srgbClr val="1A2B2E"/>
                </a:solidFill>
                <a:latin typeface="Avenir Next"/>
              </a:rPr>
              <a:t>🔁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B3D4A"/>
                </a:solidFill>
                <a:latin typeface="Avenir Next"/>
              </a:rPr>
              <a:t>Verifici din nou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💣  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Fără QA… haos pe telefon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3474720" cy="429768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FFFFF"/>
                </a:solidFill>
                <a:latin typeface="Avenir Next"/>
              </a:rPr>
              <a:t>💥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App crashed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E8F6F4"/>
                </a:solidFill>
                <a:latin typeface="Avenir Next"/>
              </a:rPr>
              <a:t>retry? retry? retry?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7315200" cy="960120"/>
          </a:xfrm>
          <a:prstGeom prst="roundRect">
            <a:avLst>
              <a:gd name="adj" fmla="val 14000"/>
            </a:avLst>
          </a:prstGeom>
          <a:solidFill>
            <a:srgbClr val="1A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venir Next"/>
              </a:rPr>
              <a:t>🎮    Jocul se blochează    —    exact în finală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108960"/>
            <a:ext cx="7315200" cy="960120"/>
          </a:xfrm>
          <a:prstGeom prst="roundRect">
            <a:avLst>
              <a:gd name="adj" fmla="val 14000"/>
            </a:avLst>
          </a:prstGeom>
          <a:solidFill>
            <a:srgbClr val="1A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venir Next"/>
              </a:rPr>
              <a:t>📱    Story-ul nu urcă    —    like-ul „dispare”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206240"/>
            <a:ext cx="7315200" cy="960120"/>
          </a:xfrm>
          <a:prstGeom prst="roundRect">
            <a:avLst>
              <a:gd name="adj" fmla="val 14000"/>
            </a:avLst>
          </a:prstGeom>
          <a:solidFill>
            <a:srgbClr val="1A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venir Next"/>
              </a:rPr>
              <a:t>📚    Catalog online greșit    —    nota e aiurea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303520"/>
            <a:ext cx="7315200" cy="960120"/>
          </a:xfrm>
          <a:prstGeom prst="roundRect">
            <a:avLst>
              <a:gd name="adj" fmla="val 14000"/>
            </a:avLst>
          </a:prstGeom>
          <a:solidFill>
            <a:srgbClr val="1A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venir Next"/>
              </a:rPr>
              <a:t>🎵    Melodia / video-ul sare    —    sau se blochează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⚡  POWER-UPS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Georgia"/>
              </a:rPr>
              <a:t>Azi ați deblocat astea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743200" cy="4114800"/>
          </a:xfrm>
          <a:prstGeom prst="roundRect">
            <a:avLst>
              <a:gd name="adj" fmla="val 14000"/>
            </a:avLst>
          </a:prstGeom>
          <a:solidFill>
            <a:srgbClr val="3A9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Avenir Next"/>
              </a:rPr>
              <a:t>🔎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Ochi de vultur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0">
                <a:solidFill>
                  <a:srgbClr val="E8F6F4"/>
                </a:solidFill>
                <a:latin typeface="Avenir Next"/>
              </a:rPr>
              <a:t>Vezi ce nu se potrivește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03120"/>
            <a:ext cx="2743200" cy="4114800"/>
          </a:xfrm>
          <a:prstGeom prst="roundRect">
            <a:avLst>
              <a:gd name="adj" fmla="val 14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Avenir Next"/>
              </a:rPr>
              <a:t>🧩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Detective mode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0">
                <a:solidFill>
                  <a:srgbClr val="E8F6F4"/>
                </a:solidFill>
                <a:latin typeface="Avenir Next"/>
              </a:rPr>
              <a:t>„Hmm… ciudat”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2743200" cy="4114800"/>
          </a:xfrm>
          <a:prstGeom prst="roundRect">
            <a:avLst>
              <a:gd name="adj" fmla="val 14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Avenir Next"/>
              </a:rPr>
              <a:t>🗣️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Raport clar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0">
                <a:solidFill>
                  <a:srgbClr val="E8F6F4"/>
                </a:solidFill>
                <a:latin typeface="Avenir Next"/>
              </a:rPr>
              <a:t>Alții înțeleg din prima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03120"/>
            <a:ext cx="2743200" cy="4114800"/>
          </a:xfrm>
          <a:prstGeom prst="roundRect">
            <a:avLst>
              <a:gd name="adj" fmla="val 14000"/>
            </a:avLst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Avenir Next"/>
              </a:rPr>
              <a:t>💪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Retry power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400" b="0">
                <a:solidFill>
                  <a:srgbClr val="E8F6F4"/>
                </a:solidFill>
                <a:latin typeface="Avenir Next"/>
              </a:rPr>
              <a:t>Greșeala nu te oprește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venir Next"/>
              </a:rPr>
              <a:t>🗺️  NEXT LEVEL?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B3D4A"/>
                </a:solidFill>
                <a:latin typeface="Georgia"/>
              </a:rPr>
              <a:t>Ți-a plăcut să cauți greșeli?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6E72"/>
                </a:solidFill>
                <a:latin typeface="Avenir Next"/>
              </a:rPr>
              <a:t>Fără presiune. Doar curiozitate. (E o meserie reală.)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148840"/>
            <a:ext cx="4846320" cy="777240"/>
          </a:xfrm>
          <a:prstGeom prst="roundRect">
            <a:avLst>
              <a:gd name="adj" fmla="val 45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3D4A"/>
                </a:solidFill>
                <a:latin typeface="Georgia"/>
              </a:rPr>
              <a:t>🕵️   Ție ți-a plăcut?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5212080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A2B2E"/>
                </a:solidFill>
                <a:latin typeface="Avenir Next"/>
              </a:rPr>
              <a:t>🐞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3200" b="1">
                <a:solidFill>
                  <a:srgbClr val="1A6B7A"/>
                </a:solidFill>
                <a:latin typeface="Georgia"/>
              </a:rPr>
              <a:t>QA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5A6E72"/>
                </a:solidFill>
                <a:latin typeface="Avenir Next"/>
              </a:rPr>
              <a:t>Pui aplicația la încercare
— înaintea tuturor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200400"/>
            <a:ext cx="5212080" cy="31089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venir Next"/>
              </a:rPr>
              <a:t>👩‍💻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2600" b="1">
                <a:solidFill>
                  <a:srgbClr val="F0C75E"/>
                </a:solidFill>
                <a:latin typeface="Georgia"/>
              </a:rPr>
              <a:t>sau altceva în IT</a:t>
            </a:r>
          </a:p>
          <a:p>
            <a:pPr algn="ctr"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E8F6F4"/>
                </a:solidFill>
                <a:latin typeface="Avenir Next"/>
              </a:rPr>
              <a:t>Curiozitatea rămâne
arma ta secretă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0" y="9144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3D4A"/>
                </a:solidFill>
                <a:latin typeface="Avenir Next"/>
              </a:rPr>
              <a:t>🏁  FINAL BOSS DEFEATED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Georgia"/>
              </a:rPr>
              <a:t>Misiune îndeplinită!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0">
                <a:solidFill>
                  <a:srgbClr val="F0C75E"/>
                </a:solidFill>
                <a:latin typeface="Avenir Next"/>
              </a:rPr>
              <a:t>⭐     🐞     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931920"/>
            <a:ext cx="6309360" cy="1005840"/>
          </a:xfrm>
          <a:prstGeom prst="roundRect">
            <a:avLst>
              <a:gd name="adj" fmla="val 14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3D4A"/>
                </a:solidFill>
                <a:latin typeface="Georgia"/>
              </a:rPr>
              <a:t>Junior QA — Insula după furtună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212080"/>
            <a:ext cx="3017520" cy="914400"/>
          </a:xfrm>
          <a:prstGeom prst="roundRect">
            <a:avLst>
              <a:gd name="adj" fmla="val 14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Întrebări? 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